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788"/>
                </a:solidFill>
              </a:defRPr>
            </a:pPr>
            <a:r>
              <a:t>Frontend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E5C8A"/>
                </a:solidFill>
              </a:defRPr>
            </a:pPr>
            <a:r>
              <a:t>Production Readiness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December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Role Overview</a:t>
            </a:r>
          </a:p>
          <a:p>
            <a:pPr>
              <a:defRPr sz="2400"/>
            </a:pPr>
            <a:r>
              <a:t>Implementation Phases</a:t>
            </a:r>
          </a:p>
          <a:p>
            <a:pPr>
              <a:defRPr sz="2400"/>
            </a:pPr>
            <a:r>
              <a:t>Critical Tasks</a:t>
            </a:r>
          </a:p>
          <a:p>
            <a:pPr>
              <a:defRPr sz="2400"/>
            </a:pPr>
            <a:r>
              <a:t>Success Metrics</a:t>
            </a:r>
          </a:p>
          <a:p>
            <a:pPr>
              <a:defRPr sz="2400"/>
            </a:pPr>
            <a:r>
              <a:t>Technology Stack</a:t>
            </a:r>
          </a:p>
          <a:p>
            <a:pPr>
              <a:defRPr sz="2400"/>
            </a:pPr>
            <a:r>
              <a:t>Timeline &amp; Estimates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Role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Responsible for React components, UI/UX implementation, client-side state management, and accessibility</a:t>
            </a:r>
          </a:p>
          <a:p>
            <a:br/>
            <a:pPr>
              <a:defRPr sz="2200" b="1"/>
            </a:pPr>
            <a:r>
              <a:t>Key Responsibilities:</a:t>
            </a:r>
          </a:p>
          <a:p>
            <a:pPr lvl="1">
              <a:defRPr sz="1800"/>
            </a:pPr>
            <a:r>
              <a:t>Phase 1: Security &amp; Foundation</a:t>
            </a:r>
          </a:p>
          <a:p>
            <a:pPr lvl="1">
              <a:defRPr sz="1800"/>
            </a:pPr>
            <a:r>
              <a:t>Phase 3: Testing &amp; Quality</a:t>
            </a:r>
          </a:p>
          <a:p>
            <a:pPr lvl="1">
              <a:defRPr sz="1800"/>
            </a:pPr>
            <a:r>
              <a:t>Phase 4: User Experience &amp; Accessibility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1: Security &amp;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1-2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Add React Error Boundaries</a:t>
            </a:r>
          </a:p>
          <a:p>
            <a:pPr lvl="1">
              <a:defRPr sz="1600"/>
            </a:pPr>
            <a:r>
              <a:t>Remove console.log statements (24 total)</a:t>
            </a:r>
          </a:p>
          <a:p>
            <a:pPr lvl="1">
              <a:defRPr sz="1600"/>
            </a:pPr>
            <a:r>
              <a:t>Implement client-side error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3: Testing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5-7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Write 150+ frontend tests</a:t>
            </a:r>
          </a:p>
          <a:p>
            <a:pPr lvl="1">
              <a:defRPr sz="1600"/>
            </a:pPr>
            <a:r>
              <a:t>Set up Vitest + React Testing Library + MSW</a:t>
            </a:r>
          </a:p>
          <a:p>
            <a:pPr lvl="1">
              <a:defRPr sz="1600"/>
            </a:pPr>
            <a:r>
              <a:t>Achieve 80% frontend coverage</a:t>
            </a:r>
          </a:p>
          <a:p>
            <a:pPr lvl="1">
              <a:defRPr sz="1600"/>
            </a:pPr>
            <a:r>
              <a:t>Configure ESLint and Prettier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4: User Experience &amp;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8-9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Create authentication UI (login, signup, profile)</a:t>
            </a:r>
          </a:p>
          <a:p>
            <a:pPr lvl="1">
              <a:defRPr sz="1600"/>
            </a:pPr>
            <a:r>
              <a:t>Build onboarding wizard</a:t>
            </a:r>
          </a:p>
          <a:p>
            <a:pPr lvl="1">
              <a:defRPr sz="1600"/>
            </a:pPr>
            <a:r>
              <a:t>Implement help system and keyboard shortcuts</a:t>
            </a:r>
          </a:p>
          <a:p>
            <a:pPr lvl="1">
              <a:defRPr sz="1600"/>
            </a:pPr>
            <a:r>
              <a:t>Make light/dark mode functional</a:t>
            </a:r>
          </a:p>
          <a:p>
            <a:pPr lvl="1">
              <a:defRPr sz="1600"/>
            </a:pPr>
            <a:r>
              <a:t>Accessibility audit with axe-core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A9E0"/>
                </a:solidFill>
              </a:defRPr>
            </a:pPr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A745"/>
                </a:solidFill>
              </a:defRPr>
            </a:pPr>
            <a:r>
              <a:t>✓ Frontend test coverage: &gt; 80%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WCAG AA compliance: 100%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Onboarding completion rate: &gt; 80%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Frontend FCP: &lt; 1.5s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Console log statements: 0 in production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Keyboard navigation: 100% features accessible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React 19</a:t>
            </a:r>
          </a:p>
          <a:p>
            <a:pPr>
              <a:defRPr sz="1800"/>
            </a:pPr>
            <a:r>
              <a:t>TanStack Router v7</a:t>
            </a:r>
          </a:p>
          <a:p>
            <a:pPr>
              <a:defRPr sz="1800"/>
            </a:pPr>
            <a:r>
              <a:t>TanStack Query</a:t>
            </a:r>
          </a:p>
          <a:p>
            <a:pPr>
              <a:defRPr sz="1800"/>
            </a:pPr>
            <a:r>
              <a:t>Zustand (state management)</a:t>
            </a:r>
          </a:p>
          <a:p>
            <a:pPr>
              <a:defRPr sz="1800"/>
            </a:pPr>
            <a:r>
              <a:t>Tailwind CSS 4</a:t>
            </a:r>
          </a:p>
          <a:p>
            <a:pPr>
              <a:defRPr sz="1800"/>
            </a:pPr>
            <a:r>
              <a:t>shadcn/ui components</a:t>
            </a:r>
          </a:p>
          <a:p>
            <a:pPr>
              <a:defRPr sz="1800"/>
            </a:pPr>
            <a:r>
              <a:t>Vitest (testing)</a:t>
            </a:r>
          </a:p>
          <a:p>
            <a:pPr>
              <a:defRPr sz="1800"/>
            </a:pPr>
            <a:r>
              <a:t>React Testing Library</a:t>
            </a:r>
          </a:p>
          <a:p>
            <a:pPr>
              <a:defRPr sz="1800"/>
            </a:pPr>
            <a:r>
              <a:t>MSW (API mocking)</a:t>
            </a:r>
          </a:p>
          <a:p>
            <a:pPr>
              <a:defRPr sz="1800"/>
            </a:pPr>
            <a:r>
              <a:t>Playwright (E2E)</a:t>
            </a:r>
          </a:p>
          <a:p>
            <a:pPr>
              <a:defRPr sz="1800"/>
            </a:pPr>
            <a:r>
              <a:t>axe-core (accessibility)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Timeline &amp;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phase_1: 16 hours (2 days)</a:t>
            </a:r>
          </a:p>
          <a:p>
            <a:pPr>
              <a:defRPr sz="2000"/>
            </a:pPr>
            <a:r>
              <a:t>phase_3: 80 hours (2 weeks)</a:t>
            </a:r>
          </a:p>
          <a:p>
            <a:pPr>
              <a:defRPr sz="2000"/>
            </a:pPr>
            <a:r>
              <a:t>phase_4: 80 hours (2 weeks)</a:t>
            </a:r>
          </a:p>
          <a:p>
            <a:pPr>
              <a:defRPr sz="2000"/>
            </a:pPr>
            <a:r>
              <a:t>total: 176 hours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A9E0"/>
                </a:solidFill>
              </a:defRPr>
            </a:pPr>
            <a:r>
              <a:t>Let's Build Production-Ready Software!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/>
            </a:pPr>
            <a:r>
              <a:t>Next Steps:</a:t>
            </a:r>
          </a:p>
          <a:p>
            <a:pPr lvl="1">
              <a:defRPr sz="2000"/>
            </a:pPr>
            <a:r>
              <a:t>Review this implementation guide</a:t>
            </a:r>
          </a:p>
          <a:p>
            <a:pPr lvl="1">
              <a:defRPr sz="2000"/>
            </a:pPr>
            <a:r>
              <a:t>Set up your development environment</a:t>
            </a:r>
          </a:p>
          <a:p>
            <a:pPr lvl="1">
              <a:defRPr sz="2000"/>
            </a:pPr>
            <a:r>
              <a:t>Start with Phase 1 critical tasks</a:t>
            </a:r>
          </a:p>
          <a:p>
            <a:pPr lvl="1">
              <a:defRPr sz="2000"/>
            </a:pPr>
            <a:r>
              <a:t>Track progress with success metrics</a:t>
            </a:r>
          </a:p>
          <a:p>
            <a:pPr lvl="1">
              <a:defRPr sz="2000"/>
            </a:pPr>
            <a:r>
              <a:t>Collaborate with other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