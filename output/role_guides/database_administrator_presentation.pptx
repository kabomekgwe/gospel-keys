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F4788"/>
                </a:solidFill>
              </a:defRPr>
            </a:pPr>
            <a:r>
              <a:t>Database Administrator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2E5C8A"/>
                </a:solidFill>
              </a:defRPr>
            </a:pPr>
            <a:r>
              <a:t>Production Readiness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December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Role Overview</a:t>
            </a:r>
          </a:p>
          <a:p>
            <a:pPr>
              <a:defRPr sz="2400"/>
            </a:pPr>
            <a:r>
              <a:t>Implementation Phases</a:t>
            </a:r>
          </a:p>
          <a:p>
            <a:pPr>
              <a:defRPr sz="2400"/>
            </a:pPr>
            <a:r>
              <a:t>Critical Tasks</a:t>
            </a:r>
          </a:p>
          <a:p>
            <a:pPr>
              <a:defRPr sz="2400"/>
            </a:pPr>
            <a:r>
              <a:t>Success Metrics</a:t>
            </a:r>
          </a:p>
          <a:p>
            <a:pPr>
              <a:defRPr sz="2400"/>
            </a:pPr>
            <a:r>
              <a:t>Technology Stack</a:t>
            </a:r>
          </a:p>
          <a:p>
            <a:pPr>
              <a:defRPr sz="2400"/>
            </a:pPr>
            <a:r>
              <a:t>Timeline &amp; Estimates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Role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Responsible for PostgreSQL migration, database optimization, indexing, and data integrity</a:t>
            </a:r>
          </a:p>
          <a:p>
            <a:br/>
            <a:pPr>
              <a:defRPr sz="2200" b="1"/>
            </a:pPr>
            <a:r>
              <a:t>Key Responsibilities:</a:t>
            </a:r>
          </a:p>
          <a:p>
            <a:pPr lvl="1">
              <a:defRPr sz="1800"/>
            </a:pPr>
            <a:r>
              <a:t>Phase 2: Infrastructure Migration</a:t>
            </a:r>
          </a:p>
          <a:p>
            <a:pPr lvl="1">
              <a:defRPr sz="1800"/>
            </a:pPr>
            <a:r>
              <a:t>Phase 3: Testing &amp;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788"/>
                </a:solidFill>
              </a:defRPr>
            </a:pPr>
            <a:r>
              <a:t>Phase 2: Infrastructure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/>
            </a:pPr>
            <a:r>
              <a:t>Timeline: Weeks 3-4</a:t>
            </a:r>
          </a:p>
          <a:p>
            <a:br/>
            <a:pPr>
              <a:defRPr sz="2200" b="1"/>
            </a:pPr>
            <a:r>
              <a:t>Focus Areas:</a:t>
            </a:r>
          </a:p>
          <a:p>
            <a:pPr lvl="1">
              <a:defRPr sz="1600"/>
            </a:pPr>
            <a:r>
              <a:t>Plan SQLite to PostgreSQL migration</a:t>
            </a:r>
          </a:p>
          <a:p>
            <a:pPr lvl="1">
              <a:defRPr sz="1600"/>
            </a:pPr>
            <a:r>
              <a:t>Set up PostgreSQL 15+ with connection pooling</a:t>
            </a:r>
          </a:p>
          <a:p>
            <a:pPr lvl="1">
              <a:defRPr sz="1600"/>
            </a:pPr>
            <a:r>
              <a:t>Configure Alembic migrations</a:t>
            </a:r>
          </a:p>
          <a:p>
            <a:pPr lvl="1">
              <a:defRPr sz="1600"/>
            </a:pPr>
            <a:r>
              <a:t>Migrate SQLAlchemy from SQLite to PostgreSQL</a:t>
            </a:r>
          </a:p>
          <a:p>
            <a:pPr lvl="1">
              <a:defRPr sz="1600"/>
            </a:pPr>
            <a:r>
              <a:t>Add database indexes for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788"/>
                </a:solidFill>
              </a:defRPr>
            </a:pPr>
            <a:r>
              <a:t>Phase 3: Testing &amp;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/>
            </a:pPr>
            <a:r>
              <a:t>Timeline: Weeks 5-7</a:t>
            </a:r>
          </a:p>
          <a:p>
            <a:br/>
            <a:pPr>
              <a:defRPr sz="2200" b="1"/>
            </a:pPr>
            <a:r>
              <a:t>Focus Areas:</a:t>
            </a:r>
          </a:p>
          <a:p>
            <a:pPr lvl="1">
              <a:defRPr sz="1600"/>
            </a:pPr>
            <a:r>
              <a:t>Database integration tests</a:t>
            </a:r>
          </a:p>
          <a:p>
            <a:pPr lvl="1">
              <a:defRPr sz="1600"/>
            </a:pPr>
            <a:r>
              <a:t>Migration rollback testing</a:t>
            </a:r>
          </a:p>
          <a:p>
            <a:pPr lvl="1">
              <a:defRPr sz="1600"/>
            </a:pPr>
            <a:r>
              <a:t>Performance benchmarking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C3545"/>
                </a:solidFill>
              </a:defRPr>
            </a:pPr>
            <a:r>
              <a:t>🔴 CRITICAL: Migrate to PostgreSQL from SQLite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File: /backend/app/database/session.py</a:t>
            </a:r>
          </a:p>
          <a:p>
            <a:pPr>
              <a:defRPr sz="1800"/>
            </a:pPr>
            <a:r>
              <a:t>Lines: entire file</a:t>
            </a:r>
          </a:p>
          <a:p>
            <a:br/>
            <a:pPr>
              <a:defRPr sz="2000" b="1"/>
            </a:pPr>
            <a:r>
              <a:t>What needs to be done:</a:t>
            </a:r>
          </a:p>
          <a:p>
            <a:pPr lvl="1">
              <a:defRPr sz="1600"/>
            </a:pPr>
            <a:r>
              <a:t>Migrate to PostgreSQL from SQLite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C3545"/>
                </a:solidFill>
              </a:defRPr>
            </a:pPr>
            <a:r>
              <a:t>🔴 CRITICAL: Data migration script (NEW FILE)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File: /backend/scripts/migrate_sqlite_to_postgres.py</a:t>
            </a:r>
          </a:p>
          <a:p>
            <a:br/>
            <a:pPr>
              <a:defRPr sz="2000" b="1"/>
            </a:pPr>
            <a:r>
              <a:t>What needs to be done:</a:t>
            </a:r>
          </a:p>
          <a:p>
            <a:pPr lvl="1">
              <a:defRPr sz="1600"/>
            </a:pPr>
            <a:r>
              <a:t>Data migration script (NEW FILE)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A9E0"/>
                </a:solidFill>
              </a:defRPr>
            </a:pPr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8A745"/>
                </a:solidFill>
              </a:defRPr>
            </a:pPr>
            <a:r>
              <a:t>✓ PostgreSQL migration: 0 data loss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Migration downtime: &lt; 1 hour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Redis cache hit rate: &gt; 60%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Query performance: p95 &lt; 50ms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Database backups: Daily automated backups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Connection pool efficiency: &lt; 10% connection wait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PostgreSQL 15+</a:t>
            </a:r>
          </a:p>
          <a:p>
            <a:pPr>
              <a:defRPr sz="1800"/>
            </a:pPr>
            <a:r>
              <a:t>SQLAlchemy (async)</a:t>
            </a:r>
          </a:p>
          <a:p>
            <a:pPr>
              <a:defRPr sz="1800"/>
            </a:pPr>
            <a:r>
              <a:t>Alembic (migrations)</a:t>
            </a:r>
          </a:p>
          <a:p>
            <a:pPr>
              <a:defRPr sz="1800"/>
            </a:pPr>
            <a:r>
              <a:t>Redis (caching)</a:t>
            </a:r>
          </a:p>
          <a:p>
            <a:pPr>
              <a:defRPr sz="1800"/>
            </a:pPr>
            <a:r>
              <a:t>asyncpg (PostgreSQL driver)</a:t>
            </a:r>
          </a:p>
          <a:p>
            <a:pPr>
              <a:defRPr sz="1800"/>
            </a:pPr>
            <a:r>
              <a:t>pgAdmin (administration)</a:t>
            </a:r>
          </a:p>
          <a:p>
            <a:pPr>
              <a:defRPr sz="1800"/>
            </a:pPr>
            <a:r>
              <a:t>pg_dump / pg_restore (backup)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Timeline &amp; Estimates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week_3: 40 hours (planning + PostgreSQL setup)</a:t>
            </a:r>
          </a:p>
          <a:p>
            <a:pPr>
              <a:defRPr sz="2000"/>
            </a:pPr>
            <a:r>
              <a:t>week_4: 40 hours (migration + optimization)</a:t>
            </a:r>
          </a:p>
          <a:p>
            <a:pPr>
              <a:defRPr sz="2000"/>
            </a:pPr>
            <a:r>
              <a:t>total: 80 hours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A9E0"/>
                </a:solidFill>
              </a:defRPr>
            </a:pPr>
            <a:r>
              <a:t>Let's Build Production-Ready Software!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 b="1"/>
            </a:pPr>
            <a:r>
              <a:t>Next Steps:</a:t>
            </a:r>
          </a:p>
          <a:p>
            <a:pPr lvl="1">
              <a:defRPr sz="2000"/>
            </a:pPr>
            <a:r>
              <a:t>Review this implementation guide</a:t>
            </a:r>
          </a:p>
          <a:p>
            <a:pPr lvl="1">
              <a:defRPr sz="2000"/>
            </a:pPr>
            <a:r>
              <a:t>Set up your development environment</a:t>
            </a:r>
          </a:p>
          <a:p>
            <a:pPr lvl="1">
              <a:defRPr sz="2000"/>
            </a:pPr>
            <a:r>
              <a:t>Start with Phase 1 critical tasks</a:t>
            </a:r>
          </a:p>
          <a:p>
            <a:pPr lvl="1">
              <a:defRPr sz="2000"/>
            </a:pPr>
            <a:r>
              <a:t>Track progress with success metrics</a:t>
            </a:r>
          </a:p>
          <a:p>
            <a:pPr lvl="1">
              <a:defRPr sz="2000"/>
            </a:pPr>
            <a:r>
              <a:t>Collaborate with other roles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