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788"/>
                </a:solidFill>
              </a:defRPr>
            </a:pPr>
            <a:r>
              <a:t>Technical Writer / Documentation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5C8A"/>
                </a:solidFill>
              </a:defRPr>
            </a:pPr>
            <a:r>
              <a:t>Production Readiness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Role Overview</a:t>
            </a:r>
          </a:p>
          <a:p>
            <a:pPr>
              <a:defRPr sz="2400"/>
            </a:pPr>
            <a:r>
              <a:t>Implementation Phases</a:t>
            </a:r>
          </a:p>
          <a:p>
            <a:pPr>
              <a:defRPr sz="2400"/>
            </a:pPr>
            <a:r>
              <a:t>Critical Tasks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Technology Stack</a:t>
            </a:r>
          </a:p>
          <a:p>
            <a:pPr>
              <a:defRPr sz="2400"/>
            </a:pPr>
            <a:r>
              <a:t>Timeline &amp;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Responsible for API documentation, user guides, deployment guides, and developer documentation</a:t>
            </a:r>
          </a:p>
          <a:p>
            <a:br/>
            <a:pPr>
              <a:defRPr sz="2200" b="1"/>
            </a:pPr>
            <a:r>
              <a:t>Key Responsibilities:</a:t>
            </a:r>
          </a:p>
          <a:p>
            <a:pPr lvl="1">
              <a:defRPr sz="1800"/>
            </a:pPr>
            <a:r>
              <a:t>Phase 1: Security &amp; Foundation</a:t>
            </a:r>
          </a:p>
          <a:p>
            <a:pPr lvl="1">
              <a:defRPr sz="1800"/>
            </a:pPr>
            <a:r>
              <a:t>Phase 2: Infrastructure Migration</a:t>
            </a:r>
          </a:p>
          <a:p>
            <a:pPr lvl="1">
              <a:defRPr sz="1800"/>
            </a:pPr>
            <a:r>
              <a:t>Phase 4: User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1: Security &amp;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1-2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Document security policy and procedures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2: Infrastructure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3-4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Document database migration procedures</a:t>
            </a:r>
          </a:p>
          <a:p>
            <a:pPr lvl="1">
              <a:defRPr sz="1600"/>
            </a:pPr>
            <a:r>
              <a:t>Create infrastructure setup guides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4: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8-9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Create end-user documentation</a:t>
            </a:r>
          </a:p>
          <a:p>
            <a:pPr lvl="1">
              <a:defRPr sz="1600"/>
            </a:pPr>
            <a:r>
              <a:t>Write onboarding guides</a:t>
            </a:r>
          </a:p>
          <a:p>
            <a:pPr lvl="1">
              <a:defRPr sz="1600"/>
            </a:pPr>
            <a:r>
              <a:t>Document help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5: CI/CD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10-11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Create operational runbooks</a:t>
            </a:r>
          </a:p>
          <a:p>
            <a:pPr lvl="1">
              <a:defRPr sz="1600"/>
            </a:pPr>
            <a:r>
              <a:t>Document deployment procedures</a:t>
            </a:r>
          </a:p>
          <a:p>
            <a:pPr lvl="1">
              <a:defRPr sz="1600"/>
            </a:pPr>
            <a:r>
              <a:t>Write troubleshooting guides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6: Production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None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Finalize all documentation</a:t>
            </a:r>
          </a:p>
          <a:p>
            <a:pPr lvl="1">
              <a:defRPr sz="1600"/>
            </a:pPr>
            <a:r>
              <a:t>Create launch checklist</a:t>
            </a:r>
          </a:p>
          <a:p>
            <a:pPr lvl="1">
              <a:defRPr sz="1600"/>
            </a:pPr>
            <a:r>
              <a:t>Document disaster recovery procedures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A9E0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A745"/>
                </a:solidFill>
              </a:defRPr>
            </a:pPr>
            <a:r>
              <a:t>✓ API documentation coverage: 100% endpoints documented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User guides completeness: All features documented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Runbooks coverage: All critical procedures documented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Documentation accuracy: &gt; 95% (verified against code)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Developer onboarding time: &lt; 1 day with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Markdown (documentation format)</a:t>
            </a:r>
          </a:p>
          <a:p>
            <a:pPr>
              <a:defRPr sz="1800"/>
            </a:pPr>
            <a:r>
              <a:t>Swagger/OpenAPI (API docs)</a:t>
            </a:r>
          </a:p>
          <a:p>
            <a:pPr>
              <a:defRPr sz="1800"/>
            </a:pPr>
            <a:r>
              <a:t>Docusaurus / VitePress (doc site)</a:t>
            </a:r>
          </a:p>
          <a:p>
            <a:pPr>
              <a:defRPr sz="1800"/>
            </a:pPr>
            <a:r>
              <a:t>Mermaid (diagrams)</a:t>
            </a:r>
          </a:p>
          <a:p>
            <a:pPr>
              <a:defRPr sz="1800"/>
            </a:pPr>
            <a:r>
              <a:t>PlantUML (architecture diagrams)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Timeline &amp;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phase_1: 8 hours</a:t>
            </a:r>
          </a:p>
          <a:p>
            <a:pPr>
              <a:defRPr sz="2000"/>
            </a:pPr>
            <a:r>
              <a:t>phase_2: 16 hours</a:t>
            </a:r>
          </a:p>
          <a:p>
            <a:pPr>
              <a:defRPr sz="2000"/>
            </a:pPr>
            <a:r>
              <a:t>phase_4: 16 hours</a:t>
            </a:r>
          </a:p>
          <a:p>
            <a:pPr>
              <a:defRPr sz="2000"/>
            </a:pPr>
            <a:r>
              <a:t>phase_5: 24 hours</a:t>
            </a:r>
          </a:p>
          <a:p>
            <a:pPr>
              <a:defRPr sz="2000"/>
            </a:pPr>
            <a:r>
              <a:t>phase_6: 16 hours</a:t>
            </a:r>
          </a:p>
          <a:p>
            <a:pPr>
              <a:defRPr sz="2000"/>
            </a:pPr>
            <a:r>
              <a:t>total: 80 hours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A9E0"/>
                </a:solidFill>
              </a:defRPr>
            </a:pPr>
            <a:r>
              <a:t>Let's Build Production-Ready Software!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000"/>
            </a:pPr>
            <a:r>
              <a:t>Review this implementation guide</a:t>
            </a:r>
          </a:p>
          <a:p>
            <a:pPr lvl="1">
              <a:defRPr sz="2000"/>
            </a:pPr>
            <a:r>
              <a:t>Set up your development environment</a:t>
            </a:r>
          </a:p>
          <a:p>
            <a:pPr lvl="1">
              <a:defRPr sz="2000"/>
            </a:pPr>
            <a:r>
              <a:t>Start with Phase 1 critical tasks</a:t>
            </a:r>
          </a:p>
          <a:p>
            <a:pPr lvl="1">
              <a:defRPr sz="2000"/>
            </a:pPr>
            <a:r>
              <a:t>Track progress with success metrics</a:t>
            </a:r>
          </a:p>
          <a:p>
            <a:pPr lvl="1">
              <a:defRPr sz="2000"/>
            </a:pPr>
            <a:r>
              <a:t>Collaborate with other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