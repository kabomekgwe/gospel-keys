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F4788"/>
                </a:solidFill>
              </a:defRPr>
            </a:pPr>
            <a:r>
              <a:t>Security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E5C8A"/>
                </a:solidFill>
              </a:defRPr>
            </a:pPr>
            <a:r>
              <a:t>Production Readiness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Role Overview</a:t>
            </a:r>
          </a:p>
          <a:p>
            <a:pPr>
              <a:defRPr sz="2400"/>
            </a:pPr>
            <a:r>
              <a:t>Implementation Phases</a:t>
            </a:r>
          </a:p>
          <a:p>
            <a:pPr>
              <a:defRPr sz="2400"/>
            </a:pPr>
            <a:r>
              <a:t>Critical Tasks</a:t>
            </a:r>
          </a:p>
          <a:p>
            <a:pPr>
              <a:defRPr sz="2400"/>
            </a:pPr>
            <a:r>
              <a:t>Success Metrics</a:t>
            </a:r>
          </a:p>
          <a:p>
            <a:pPr>
              <a:defRPr sz="2400"/>
            </a:pPr>
            <a:r>
              <a:t>Technology Stack</a:t>
            </a:r>
          </a:p>
          <a:p>
            <a:pPr>
              <a:defRPr sz="2400"/>
            </a:pPr>
            <a:r>
              <a:t>Timeline &amp; Estimates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Role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Responsible for security audits, vulnerability fixes, authentication, authorization, and OWASP compliance</a:t>
            </a:r>
          </a:p>
          <a:p>
            <a:br/>
            <a:pPr>
              <a:defRPr sz="2200" b="1"/>
            </a:pPr>
            <a:r>
              <a:t>Key Responsibilities:</a:t>
            </a:r>
          </a:p>
          <a:p>
            <a:pPr lvl="1">
              <a:defRPr sz="1800"/>
            </a:pPr>
            <a:r>
              <a:t>Phase 1: Security &amp; Foundation</a:t>
            </a:r>
          </a:p>
          <a:p>
            <a:pPr lvl="1">
              <a:defRPr sz="1800"/>
            </a:pPr>
            <a:r>
              <a:t>Phase 6: Production Hardening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1: Security &amp;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1-2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Fix authentication bypass (CRITICAL)</a:t>
            </a:r>
          </a:p>
          <a:p>
            <a:pPr lvl="1">
              <a:defRPr sz="1600"/>
            </a:pPr>
            <a:r>
              <a:t>Replace hardcoded secrets (CRITICAL)</a:t>
            </a:r>
          </a:p>
          <a:p>
            <a:pPr lvl="1">
              <a:defRPr sz="1600"/>
            </a:pPr>
            <a:r>
              <a:t>Add rate limiting (5 req/min auth, 10 req/hour uploads)</a:t>
            </a:r>
          </a:p>
          <a:p>
            <a:pPr lvl="1">
              <a:defRPr sz="1600"/>
            </a:pPr>
            <a:r>
              <a:t>Implement security headers (HSTS, CSP, X-Frame-Options)</a:t>
            </a:r>
          </a:p>
          <a:p>
            <a:pPr lvl="1">
              <a:defRPr sz="1600"/>
            </a:pPr>
            <a:r>
              <a:t>Add file upload security (MIME validation, virus scanning)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788"/>
                </a:solidFill>
              </a:defRPr>
            </a:pPr>
            <a:r>
              <a:t>Phase 6: Production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 i="1"/>
            </a:pPr>
            <a:r>
              <a:t>Timeline: Weeks None</a:t>
            </a:r>
          </a:p>
          <a:p>
            <a:br/>
            <a:pPr>
              <a:defRPr sz="2200" b="1"/>
            </a:pPr>
            <a:r>
              <a:t>Focus Areas:</a:t>
            </a:r>
          </a:p>
          <a:p>
            <a:pPr lvl="1">
              <a:defRPr sz="1600"/>
            </a:pPr>
            <a:r>
              <a:t>Run OWASP ZAP automated scan</a:t>
            </a:r>
          </a:p>
          <a:p>
            <a:pPr lvl="1">
              <a:defRPr sz="1600"/>
            </a:pPr>
            <a:r>
              <a:t>Check OWASP Top 10 vulnerabilities</a:t>
            </a:r>
          </a:p>
          <a:p>
            <a:pPr lvl="1">
              <a:defRPr sz="1600"/>
            </a:pPr>
            <a:r>
              <a:t>Fix identified security issues</a:t>
            </a:r>
          </a:p>
          <a:p>
            <a:pPr lvl="1">
              <a:defRPr sz="1600"/>
            </a:pPr>
            <a:r>
              <a:t>Document security policy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C3545"/>
                </a:solidFill>
              </a:defRPr>
            </a:pPr>
            <a:r>
              <a:t>🔴 CRITICAL: Fix authentication bypass - IMMEDIATE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File: /backend/app/api/deps.py</a:t>
            </a:r>
          </a:p>
          <a:p>
            <a:pPr>
              <a:defRPr sz="1800"/>
            </a:pPr>
            <a:r>
              <a:t>Lines: 30-48</a:t>
            </a:r>
          </a:p>
          <a:p>
            <a:br/>
            <a:pPr>
              <a:defRPr sz="2000" b="1"/>
            </a:pPr>
            <a:r>
              <a:t>What needs to be done:</a:t>
            </a:r>
          </a:p>
          <a:p>
            <a:pPr lvl="1">
              <a:defRPr sz="1600"/>
            </a:pPr>
            <a:r>
              <a:t>Fix authentication bypass - IMMEDIATE</a:t>
            </a:r>
          </a:p>
          <a:p>
            <a:br/>
            <a:pPr>
              <a:defRPr sz="1600">
                <a:solidFill>
                  <a:srgbClr val="DC3545"/>
                </a:solidFill>
              </a:defRPr>
            </a:pPr>
            <a:r>
              <a:t>⚠️ Vulnerability: Authentication Bypass (OWASP A01:2021 Broken Access Control)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C3545"/>
                </a:solidFill>
              </a:defRPr>
            </a:pPr>
            <a:r>
              <a:t>🔴 CRITICAL: Replace hardcoded SECRET_KEY - IMMEDIATE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File: /backend/app/core/security.py</a:t>
            </a:r>
          </a:p>
          <a:p>
            <a:pPr>
              <a:defRPr sz="1800"/>
            </a:pPr>
            <a:r>
              <a:t>Lines: 17-17</a:t>
            </a:r>
          </a:p>
          <a:p>
            <a:br/>
            <a:pPr>
              <a:defRPr sz="2000" b="1"/>
            </a:pPr>
            <a:r>
              <a:t>What needs to be done:</a:t>
            </a:r>
          </a:p>
          <a:p>
            <a:pPr lvl="1">
              <a:defRPr sz="1600"/>
            </a:pPr>
            <a:r>
              <a:t>Replace hardcoded SECRET_KEY - IMMEDIATE</a:t>
            </a:r>
          </a:p>
          <a:p>
            <a:br/>
            <a:pPr>
              <a:defRPr sz="1600">
                <a:solidFill>
                  <a:srgbClr val="DC3545"/>
                </a:solidFill>
              </a:defRPr>
            </a:pPr>
            <a:r>
              <a:t>⚠️ Vulnerability: Hardcoded Secrets (OWASP A02:2021 Cryptographic Failures)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DC3545"/>
                </a:solidFill>
              </a:defRPr>
            </a:pPr>
            <a:r>
              <a:t>🔴 CRITICAL: Add environment variable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File: /backend/app/core/config.py</a:t>
            </a:r>
          </a:p>
          <a:p>
            <a:pPr>
              <a:defRPr sz="1800"/>
            </a:pPr>
            <a:r>
              <a:t>Lines: entire file</a:t>
            </a:r>
          </a:p>
          <a:p>
            <a:br/>
            <a:pPr>
              <a:defRPr sz="2000" b="1"/>
            </a:pPr>
            <a:r>
              <a:t>What needs to be done:</a:t>
            </a:r>
          </a:p>
          <a:p>
            <a:pPr lvl="1">
              <a:defRPr sz="1600"/>
            </a:pPr>
            <a:r>
              <a:t>Add environment variable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00A9E0"/>
                </a:solidFill>
              </a:defRPr>
            </a:pPr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8A745"/>
                </a:solidFill>
              </a:defRPr>
            </a:pPr>
            <a:r>
              <a:t>✓ Critical vulnerabilities: 0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Authentication bypass: Fixed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Hardcoded secrets: 0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Rate limiting coverage: 100% endpoints</a:t>
            </a:r>
          </a:p>
          <a:p>
            <a:pPr>
              <a:defRPr sz="2000">
                <a:solidFill>
                  <a:srgbClr val="28A745"/>
                </a:solidFill>
              </a:defRPr>
            </a:pPr>
            <a:r>
              <a:t>✓ OWASP ZAP scan: 0 high/critical findings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better-auth / OAuth2</a:t>
            </a:r>
          </a:p>
          <a:p>
            <a:pPr>
              <a:defRPr sz="1800"/>
            </a:pPr>
            <a:r>
              <a:t>slowapi (rate limiting)</a:t>
            </a:r>
          </a:p>
          <a:p>
            <a:pPr>
              <a:defRPr sz="1800"/>
            </a:pPr>
            <a:r>
              <a:t>python-jose (JWT)</a:t>
            </a:r>
          </a:p>
          <a:p>
            <a:pPr>
              <a:defRPr sz="1800"/>
            </a:pPr>
            <a:r>
              <a:t>passlib (password hashing)</a:t>
            </a:r>
          </a:p>
          <a:p>
            <a:pPr>
              <a:defRPr sz="1800"/>
            </a:pPr>
            <a:r>
              <a:t>OWASP ZAP (security scanner)</a:t>
            </a:r>
          </a:p>
          <a:p>
            <a:pPr>
              <a:defRPr sz="1800"/>
            </a:pPr>
            <a:r>
              <a:t>Bandit (Python security linter)</a:t>
            </a:r>
          </a:p>
          <a:p>
            <a:pPr>
              <a:defRPr sz="1800"/>
            </a:pPr>
            <a:r>
              <a:t>Safety (dependency scanner)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1F4788"/>
                </a:solidFill>
              </a:defRPr>
            </a:pPr>
            <a:r>
              <a:t>Timeline &amp; Estimates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phase_1: 80 hours (2 weeks)</a:t>
            </a:r>
          </a:p>
          <a:p>
            <a:pPr>
              <a:defRPr sz="2000"/>
            </a:pPr>
            <a:r>
              <a:t>phase_6: 40 hours (1 week)</a:t>
            </a:r>
          </a:p>
          <a:p>
            <a:pPr>
              <a:defRPr sz="2000"/>
            </a:pPr>
            <a:r>
              <a:t>total: 120 hours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A9E0"/>
                </a:solidFill>
              </a:defRPr>
            </a:pPr>
            <a:r>
              <a:t>Let's Build Production-Ready Software!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 b="1"/>
            </a:pPr>
            <a:r>
              <a:t>Next Steps:</a:t>
            </a:r>
          </a:p>
          <a:p>
            <a:pPr lvl="1">
              <a:defRPr sz="2000"/>
            </a:pPr>
            <a:r>
              <a:t>Review this implementation guide</a:t>
            </a:r>
          </a:p>
          <a:p>
            <a:pPr lvl="1">
              <a:defRPr sz="2000"/>
            </a:pPr>
            <a:r>
              <a:t>Set up your development environment</a:t>
            </a:r>
          </a:p>
          <a:p>
            <a:pPr lvl="1">
              <a:defRPr sz="2000"/>
            </a:pPr>
            <a:r>
              <a:t>Start with Phase 1 critical tasks</a:t>
            </a:r>
          </a:p>
          <a:p>
            <a:pPr lvl="1">
              <a:defRPr sz="2000"/>
            </a:pPr>
            <a:r>
              <a:t>Track progress with success metrics</a:t>
            </a:r>
          </a:p>
          <a:p>
            <a:pPr lvl="1">
              <a:defRPr sz="2000"/>
            </a:pPr>
            <a:r>
              <a:t>Collaborate with other roles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