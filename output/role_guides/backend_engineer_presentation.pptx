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Backend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API development, service layer, database interactions, and backend security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1: Security &amp; Foundation</a:t>
            </a:r>
          </a:p>
          <a:p>
            <a:pPr lvl="1">
              <a:defRPr sz="1800"/>
            </a:pPr>
            <a:r>
              <a:t>Phase 2: Infrastructure Migration</a:t>
            </a:r>
          </a:p>
          <a:p>
            <a:pPr lvl="1">
              <a:defRPr sz="1800"/>
            </a:pPr>
            <a:r>
              <a:t>Phase 3: Testing &amp;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1: Security &amp;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1-2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Fix authentication bypass in deps.py</a:t>
            </a:r>
          </a:p>
          <a:p>
            <a:pPr lvl="1">
              <a:defRPr sz="1600"/>
            </a:pPr>
            <a:r>
              <a:t>Replace hardcoded secrets in security.py</a:t>
            </a:r>
          </a:p>
          <a:p>
            <a:pPr lvl="1">
              <a:defRPr sz="1600"/>
            </a:pPr>
            <a:r>
              <a:t>Implement rate limiting with slowapi</a:t>
            </a:r>
          </a:p>
          <a:p>
            <a:pPr lvl="1">
              <a:defRPr sz="1600"/>
            </a:pPr>
            <a:r>
              <a:t>Add security headers middleware</a:t>
            </a:r>
          </a:p>
          <a:p>
            <a:pPr lvl="1">
              <a:defRPr sz="1600"/>
            </a:pPr>
            <a:r>
              <a:t>Implement structured logging with structlog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2: Infrastructure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3-4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PostgreSQL migration from SQLite</a:t>
            </a:r>
          </a:p>
          <a:p>
            <a:pPr lvl="1">
              <a:defRPr sz="1600"/>
            </a:pPr>
            <a:r>
              <a:t>Configure Alembic migrations</a:t>
            </a:r>
          </a:p>
          <a:p>
            <a:pPr lvl="1">
              <a:defRPr sz="1600"/>
            </a:pPr>
            <a:r>
              <a:t>Implement Redis caching layer</a:t>
            </a:r>
          </a:p>
          <a:p>
            <a:pPr lvl="1">
              <a:defRPr sz="1600"/>
            </a:pPr>
            <a:r>
              <a:t>Create storage abstraction for S3/MinIO</a:t>
            </a:r>
          </a:p>
          <a:p>
            <a:pPr lvl="1">
              <a:defRPr sz="1600"/>
            </a:pPr>
            <a:r>
              <a:t>Database indexing and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3: 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5-7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Write 215+ backend tests</a:t>
            </a:r>
          </a:p>
          <a:p>
            <a:pPr lvl="1">
              <a:defRPr sz="1600"/>
            </a:pPr>
            <a:r>
              <a:t>Configure pytest infrastructure</a:t>
            </a:r>
          </a:p>
          <a:p>
            <a:pPr lvl="1">
              <a:defRPr sz="1600"/>
            </a:pPr>
            <a:r>
              <a:t>Achieve 80% backend coverage</a:t>
            </a:r>
          </a:p>
          <a:p>
            <a:pPr lvl="1">
              <a:defRPr sz="1600"/>
            </a:pPr>
            <a:r>
              <a:t>Set up mypy type checking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Fix authentication bypass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/backend/app/api/deps.py</a:t>
            </a:r>
          </a:p>
          <a:p>
            <a:pPr>
              <a:defRPr sz="1800"/>
            </a:pPr>
            <a:r>
              <a:t>Lines: 30-48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Fix authentication bypass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Replace hardcoded SECRET_KEY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/backend/app/core/security.py</a:t>
            </a:r>
          </a:p>
          <a:p>
            <a:pPr>
              <a:defRPr sz="1800"/>
            </a:pPr>
            <a:r>
              <a:t>Lines: 17-17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Replace hardcoded SECRET_KEY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Authentication bypass fixed: 0 bypasses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Backend test coverage: &gt; 80%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API response time: p95 &lt; 200ms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Database migration: 0 data loss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Redis cache hit rate: &gt; 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FastAPI (Python 3.13)</a:t>
            </a:r>
          </a:p>
          <a:p>
            <a:pPr>
              <a:defRPr sz="1800"/>
            </a:pPr>
            <a:r>
              <a:t>SQLAlchemy (async)</a:t>
            </a:r>
          </a:p>
          <a:p>
            <a:pPr>
              <a:defRPr sz="1800"/>
            </a:pPr>
            <a:r>
              <a:t>PostgreSQL 15+</a:t>
            </a:r>
          </a:p>
          <a:p>
            <a:pPr>
              <a:defRPr sz="1800"/>
            </a:pPr>
            <a:r>
              <a:t>Redis (caching)</a:t>
            </a:r>
          </a:p>
          <a:p>
            <a:pPr>
              <a:defRPr sz="1800"/>
            </a:pPr>
            <a:r>
              <a:t>Alembic (migrations)</a:t>
            </a:r>
          </a:p>
          <a:p>
            <a:pPr>
              <a:defRPr sz="1800"/>
            </a:pPr>
            <a:r>
              <a:t>Celery (async tasks)</a:t>
            </a:r>
          </a:p>
          <a:p>
            <a:pPr>
              <a:defRPr sz="1800"/>
            </a:pPr>
            <a:r>
              <a:t>pytest (testing)</a:t>
            </a:r>
          </a:p>
          <a:p>
            <a:pPr>
              <a:defRPr sz="1800"/>
            </a:pPr>
            <a:r>
              <a:t>slowapi (rate limiting)</a:t>
            </a:r>
          </a:p>
          <a:p>
            <a:pPr>
              <a:defRPr sz="1800"/>
            </a:pPr>
            <a:r>
              <a:t>structlog (logging)</a:t>
            </a:r>
          </a:p>
          <a:p>
            <a:pPr>
              <a:defRPr sz="1800"/>
            </a:pPr>
            <a:r>
              <a:t>mypy (type checking)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phase_1: 80 hours (2 weeks)</a:t>
            </a:r>
          </a:p>
          <a:p>
            <a:pPr>
              <a:defRPr sz="2000"/>
            </a:pPr>
            <a:r>
              <a:t>phase_2: 80 hours (2 weeks)</a:t>
            </a:r>
          </a:p>
          <a:p>
            <a:pPr>
              <a:defRPr sz="2000"/>
            </a:pPr>
            <a:r>
              <a:t>phase_3: 120 hours (3 weeks)</a:t>
            </a:r>
          </a:p>
          <a:p>
            <a:pPr>
              <a:defRPr sz="2000"/>
            </a:pPr>
            <a:r>
              <a:t>total: 280 hours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