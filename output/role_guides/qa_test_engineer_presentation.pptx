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788"/>
                </a:solidFill>
              </a:defRPr>
            </a:pPr>
            <a:r>
              <a:t>QA/Test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E5C8A"/>
                </a:solidFill>
              </a:defRPr>
            </a:pPr>
            <a:r>
              <a:t>Production Readiness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December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Role Overview</a:t>
            </a:r>
          </a:p>
          <a:p>
            <a:pPr>
              <a:defRPr sz="2400"/>
            </a:pPr>
            <a:r>
              <a:t>Implementation Phases</a:t>
            </a:r>
          </a:p>
          <a:p>
            <a:pPr>
              <a:defRPr sz="2400"/>
            </a:pPr>
            <a:r>
              <a:t>Critical Tasks</a:t>
            </a:r>
          </a:p>
          <a:p>
            <a:pPr>
              <a:defRPr sz="2400"/>
            </a:pPr>
            <a:r>
              <a:t>Success Metrics</a:t>
            </a:r>
          </a:p>
          <a:p>
            <a:pPr>
              <a:defRPr sz="2400"/>
            </a:pPr>
            <a:r>
              <a:t>Technology Stack</a:t>
            </a:r>
          </a:p>
          <a:p>
            <a:pPr>
              <a:defRPr sz="2400"/>
            </a:pPr>
            <a:r>
              <a:t>Timeline &amp; Estimates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Role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Responsible for test strategy, test automation, quality gates, and ensuring 80%+ test coverage</a:t>
            </a:r>
          </a:p>
          <a:p>
            <a:br/>
            <a:pPr>
              <a:defRPr sz="2200" b="1"/>
            </a:pPr>
            <a:r>
              <a:t>Key Responsibilities:</a:t>
            </a:r>
          </a:p>
          <a:p>
            <a:pPr lvl="1">
              <a:defRPr sz="1800"/>
            </a:pPr>
            <a:r>
              <a:t>Phase 3: Testing &amp;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3: Testing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5-7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Configure pytest infrastructure with fixtures</a:t>
            </a:r>
          </a:p>
          <a:p>
            <a:pPr lvl="1">
              <a:defRPr sz="1600"/>
            </a:pPr>
            <a:r>
              <a:t>Write 215+ backend tests (services, API routes, database)</a:t>
            </a:r>
          </a:p>
          <a:p>
            <a:pPr lvl="1">
              <a:defRPr sz="1600"/>
            </a:pPr>
            <a:r>
              <a:t>Set up Vitest + React Testing Library + MSW</a:t>
            </a:r>
          </a:p>
          <a:p>
            <a:pPr lvl="1">
              <a:defRPr sz="1600"/>
            </a:pPr>
            <a:r>
              <a:t>Write 150+ frontend tests (components, routes, hooks)</a:t>
            </a:r>
          </a:p>
          <a:p>
            <a:pPr lvl="1">
              <a:defRPr sz="1600"/>
            </a:pPr>
            <a:r>
              <a:t>Write 20+ Playwright E2E tests for critical user journeys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A9E0"/>
                </a:solidFill>
              </a:defRPr>
            </a:pPr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A745"/>
                </a:solidFill>
              </a:defRPr>
            </a:pPr>
            <a:r>
              <a:t>✓ Backend test coverage: &gt; 80%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Frontend test coverage: &gt; 80%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E2E tests passing: 20+ tests, 100% pass rate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Linting errors: 0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Type errors: 0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Pre-commit hooks: Enforced on all commits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pytest</a:t>
            </a:r>
          </a:p>
          <a:p>
            <a:pPr>
              <a:defRPr sz="1800"/>
            </a:pPr>
            <a:r>
              <a:t>pytest-asyncio</a:t>
            </a:r>
          </a:p>
          <a:p>
            <a:pPr>
              <a:defRPr sz="1800"/>
            </a:pPr>
            <a:r>
              <a:t>pytest-cov (coverage)</a:t>
            </a:r>
          </a:p>
          <a:p>
            <a:pPr>
              <a:defRPr sz="1800"/>
            </a:pPr>
            <a:r>
              <a:t>Faker (test data)</a:t>
            </a:r>
          </a:p>
          <a:p>
            <a:pPr>
              <a:defRPr sz="1800"/>
            </a:pPr>
            <a:r>
              <a:t>Factory Boy (fixtures)</a:t>
            </a:r>
          </a:p>
          <a:p>
            <a:pPr>
              <a:defRPr sz="1800"/>
            </a:pPr>
            <a:r>
              <a:t>mypy (type checking)</a:t>
            </a:r>
          </a:p>
          <a:p>
            <a:pPr>
              <a:defRPr sz="1800"/>
            </a:pPr>
            <a:r>
              <a:t>Ruff (linting)</a:t>
            </a:r>
          </a:p>
          <a:p>
            <a:pPr>
              <a:defRPr sz="1800"/>
            </a:pPr>
            <a:r>
              <a:t>Vitest</a:t>
            </a:r>
          </a:p>
          <a:p>
            <a:pPr>
              <a:defRPr sz="1800"/>
            </a:pPr>
            <a:r>
              <a:t>React Testing Library</a:t>
            </a:r>
          </a:p>
          <a:p>
            <a:pPr>
              <a:defRPr sz="1800"/>
            </a:pPr>
            <a:r>
              <a:t>MSW (API mocking)</a:t>
            </a:r>
          </a:p>
          <a:p>
            <a:pPr>
              <a:defRPr sz="1800"/>
            </a:pPr>
            <a:r>
              <a:t>@testing-library/user-event</a:t>
            </a:r>
          </a:p>
          <a:p>
            <a:pPr>
              <a:defRPr sz="1800"/>
            </a:pPr>
            <a:r>
              <a:t>ESLint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Timeline &amp;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week_5: 40 hours (backend infrastructure + tests)</a:t>
            </a:r>
          </a:p>
          <a:p>
            <a:pPr>
              <a:defRPr sz="2000"/>
            </a:pPr>
            <a:r>
              <a:t>week_6: 40 hours (frontend tests)</a:t>
            </a:r>
          </a:p>
          <a:p>
            <a:pPr>
              <a:defRPr sz="2000"/>
            </a:pPr>
            <a:r>
              <a:t>week_7: 40 hours (E2E tests + code quality)</a:t>
            </a:r>
          </a:p>
          <a:p>
            <a:pPr>
              <a:defRPr sz="2000"/>
            </a:pPr>
            <a:r>
              <a:t>total: 120 hours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A9E0"/>
                </a:solidFill>
              </a:defRPr>
            </a:pPr>
            <a:r>
              <a:t>Let's Build Production-Ready Software!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/>
            </a:pPr>
            <a:r>
              <a:t>Next Steps:</a:t>
            </a:r>
          </a:p>
          <a:p>
            <a:pPr lvl="1">
              <a:defRPr sz="2000"/>
            </a:pPr>
            <a:r>
              <a:t>Review this implementation guide</a:t>
            </a:r>
          </a:p>
          <a:p>
            <a:pPr lvl="1">
              <a:defRPr sz="2000"/>
            </a:pPr>
            <a:r>
              <a:t>Set up your development environment</a:t>
            </a:r>
          </a:p>
          <a:p>
            <a:pPr lvl="1">
              <a:defRPr sz="2000"/>
            </a:pPr>
            <a:r>
              <a:t>Start with Phase 1 critical tasks</a:t>
            </a:r>
          </a:p>
          <a:p>
            <a:pPr lvl="1">
              <a:defRPr sz="2000"/>
            </a:pPr>
            <a:r>
              <a:t>Track progress with success metrics</a:t>
            </a:r>
          </a:p>
          <a:p>
            <a:pPr lvl="1">
              <a:defRPr sz="2000"/>
            </a:pPr>
            <a:r>
              <a:t>Collaborate with other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