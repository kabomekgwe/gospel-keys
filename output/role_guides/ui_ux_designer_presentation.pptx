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UI/UX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user interface design, accessibility, onboarding flows, and WCAG AA compliance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4: User Experience &amp; Accessibility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4: User Experience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8-9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Design authentication UI (login, signup, profile)</a:t>
            </a:r>
          </a:p>
          <a:p>
            <a:pPr lvl="1">
              <a:defRPr sz="1600"/>
            </a:pPr>
            <a:r>
              <a:t>Create onboarding wizard design</a:t>
            </a:r>
          </a:p>
          <a:p>
            <a:pPr lvl="1">
              <a:defRPr sz="1600"/>
            </a:pPr>
            <a:r>
              <a:t>Implement help system and keyboard shortcuts modal</a:t>
            </a:r>
          </a:p>
          <a:p>
            <a:pPr lvl="1">
              <a:defRPr sz="1600"/>
            </a:pPr>
            <a:r>
              <a:t>Design user preferences with cross-device sync</a:t>
            </a:r>
          </a:p>
          <a:p>
            <a:pPr lvl="1">
              <a:defRPr sz="1600"/>
            </a:pPr>
            <a:r>
              <a:t>Make light/dark mode functional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WCAG AA compliance: 100%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Onboarding completion rate: &gt; 80%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Keyboard navigation coverage: 100% features accessible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Screen reader compatibility: Tested with NVDA, JAWS, VoiceOver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Color contrast ratio: All text ≥ 4.5:1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User satisfaction (post-onboarding): &gt; 4.0/5.0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Figma (design tool)</a:t>
            </a:r>
          </a:p>
          <a:p>
            <a:pPr>
              <a:defRPr sz="1800"/>
            </a:pPr>
            <a:r>
              <a:t>shadcn/ui components</a:t>
            </a:r>
          </a:p>
          <a:p>
            <a:pPr>
              <a:defRPr sz="1800"/>
            </a:pPr>
            <a:r>
              <a:t>Tailwind CSS 4</a:t>
            </a:r>
          </a:p>
          <a:p>
            <a:pPr>
              <a:defRPr sz="1800"/>
            </a:pPr>
            <a:r>
              <a:t>Radix UI (accessible primitives)</a:t>
            </a:r>
          </a:p>
          <a:p>
            <a:pPr>
              <a:defRPr sz="1800"/>
            </a:pPr>
            <a:r>
              <a:t>axe-core (accessibility testing)</a:t>
            </a:r>
          </a:p>
          <a:p>
            <a:pPr>
              <a:defRPr sz="1800"/>
            </a:pPr>
            <a:r>
              <a:t>react-aria (accessibility hooks)</a:t>
            </a:r>
          </a:p>
          <a:p>
            <a:pPr>
              <a:defRPr sz="1800"/>
            </a:pPr>
            <a:r>
              <a:t>Storybook (component documentation)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week_8: 40 hours (design + authentication UI + onboarding)</a:t>
            </a:r>
          </a:p>
          <a:p>
            <a:pPr>
              <a:defRPr sz="2000"/>
            </a:pPr>
            <a:r>
              <a:t>week_9: 40 hours (accessibility audit + fixes + notifications)</a:t>
            </a:r>
          </a:p>
          <a:p>
            <a:pPr>
              <a:defRPr sz="2000"/>
            </a:pPr>
            <a:r>
              <a:t>total: 80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